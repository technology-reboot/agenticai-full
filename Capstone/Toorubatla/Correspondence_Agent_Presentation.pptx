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clrMap accent1="accent1" accent2="accent2" bg1="lt1" bg2="lt2" tx1="dk1" tx2="dk2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Correspondence Agent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Vendor clarification drafts for invoice exceptions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Current implementation: FastAPI + Streamlit + structured AI output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Draft-only communication with human review</a:t>
            </a:r>
            <a:endParaRPr lang="en-US"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Purpose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Creates a professional vendor email when an invoice needs clarification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Uses verified invoice and exception facts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Never sends an email automatically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Never makes the payment approval or rejection decision</a:t>
            </a:r>
            <a:endParaRPr lang="en-US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When It Runs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The pipeline receives uploaded documents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An invoice is successfully extracted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At least one exception is detected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The HITL router sends the invoice to human_review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pipeline.py calls correspondence.draft(record, issues)</a:t>
            </a:r>
            <a:endParaRPr lang="en-US"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Safe Value Formatting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_value() converts available values to text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Missing values use a clear fallback instead of invented data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_money() formats numeric values as dollars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Example: 5900 becomes $5,900.00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Invalid values are displayed safely instead of crashing</a:t>
            </a:r>
            <a:endParaRPr lang="en-US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Issue Details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_issue_details() converts exception codes into readable email lines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AMOUNT_MISMATCH shows PO amount, invoice amount, and difference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VENDOR_MISMATCH shows both vendor values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PO_NOT_FOUND and RECEIPT_NOT_FOUND explain missing records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Duplicate, threshold, and outlier issues have dedicated details</a:t>
            </a:r>
            <a:endParaRPr lang="en-US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Verified Facts Sent to AI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_facts() prepares a small structured dictionary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Includes vendor name, invoice number, PO number, and exceptions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Includes severity, expected value, found value, and amount at risk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The AI receives verified facts rather than inventing document values</a:t>
            </a:r>
            <a:endParaRPr lang="en-US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AI Draft Generation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OpenAI is used only when OPENAI_API_KEY is configured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temperature=0.2 keeps wording consistent and professional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VendorEmailDraft requires subject, body, and human approval status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The prompt forbids changing amounts, references, or exception details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The email must state that human approval is required</a:t>
            </a:r>
            <a:endParaRPr lang="en-US"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Validation and Fallback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Reject the AI response if it is missing or does not require approval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Reject it if the invoice number or PO number is missing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Any API, network, or parsing failure returns None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The deterministic template then creates a reliable backup draft</a:t>
            </a:r>
            <a:endParaRPr lang="en-US"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Human Review Workflow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Streamlit displays the exception evidence and vendor draft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Reviewer can Approve case, Reject case, or Request clarification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The decision is recorded through POST /review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Approval of a case is separate from sending an email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The current review store is in memory for the running session</a:t>
            </a:r>
            <a:endParaRPr lang="en-US"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380000"/>
            <a:ext cx="8500000" cy="800000"/>
          </a:xfrm>
          <a:prstGeom prst="rect">
            <a:avLst/>
          </a:prstGeom>
        </p:spPr>
        <p:txBody>
          <a:bodyPr/>
          <a:lstStyle/>
          <a:p>
            <a:pPr marL="0" algn="l"/>
            <a:r>
              <a:rPr lang="en-US" sz="3000" b="1"/>
              <a:t>Example and Key Message</a:t>
            </a:r>
            <a:endParaRPr lang="en-US" sz="3000"/>
          </a:p>
        </p:txBody>
      </p:sp>
      <p:sp>
        <p:nvSpPr>
          <p:cNvPr id="3" name="Content"/>
          <p:cNvSpPr/>
          <p:nvPr/>
        </p:nvSpPr>
        <p:spPr>
          <a:xfrm>
            <a:off x="900000" y="1450000"/>
            <a:ext cx="8200000" cy="5000000"/>
          </a:xfrm>
          <a:prstGeom prst="rect">
            <a:avLst/>
          </a:prstGeom>
        </p:spPr>
        <p:txBody>
          <a:bodyPr/>
          <a:lstStyle/>
          <a:p>
            <a:pPr marL="360000" indent="-180000">
              <a:buChar char="•"/>
            </a:pPr>
            <a:r>
              <a:rPr lang="en-US" sz="2100"/>
              <a:t>Invoice INV-1001, PO-5001, amount at risk $5,900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Exception: receipt or proof of delivery was not found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Correspondence creates a clarification draft for the vendor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Human review remains the final control</a:t>
            </a:r>
            <a:endParaRPr lang="en-US" sz="2100"/>
          </a:p>
          <a:p>
            <a:pPr marL="360000" indent="-180000">
              <a:buChar char="•"/>
            </a:pPr>
            <a:r>
              <a:rPr lang="en-US" sz="2100"/>
              <a:t>Key message: AI assists communication, but does not decide or send</a:t>
            </a:r>
            <a:endParaRPr lang="en-US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0F766E"/>
      </a:accent1>
      <a:accent2>
        <a:srgbClr val="F59E0B"/>
      </a:accent2>
      <a:accent3>
        <a:srgbClr val="2563EB"/>
      </a:accent3>
      <a:accent4>
        <a:srgbClr val="DC2626"/>
      </a:accent4>
      <a:accent5>
        <a:srgbClr val="7C3AED"/>
      </a:accent5>
      <a:accent6>
        <a:srgbClr val="0891B2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